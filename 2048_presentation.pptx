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110" y="9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1356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7CD90-BF3A-F763-083E-F9F6E60A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46C95-EB7C-539A-29E7-F3F6EA441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97D9-B704-2B00-93E0-31F46FC8B5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A1241-9450-2563-E91A-E2667216B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558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2048 en 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fil rouge — Langages compilés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51938" y="325834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SCHMALTZ  ·  </a:t>
            </a:r>
            <a:r>
              <a:rPr lang="en-US" sz="13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Ynov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Campus Strasbourg ·  Juin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35040" y="777240"/>
            <a:ext cx="2176272" cy="2176272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089904" y="832104"/>
            <a:ext cx="475488" cy="475488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620256" y="832104"/>
            <a:ext cx="475488" cy="475488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150608" y="832104"/>
            <a:ext cx="475488" cy="4754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150608" y="832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80960" y="832104"/>
            <a:ext cx="475488" cy="475488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680960" y="832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9904" y="1362456"/>
            <a:ext cx="475488" cy="475488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620256" y="1362456"/>
            <a:ext cx="475488" cy="475488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620256" y="1362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50608" y="1362456"/>
            <a:ext cx="475488" cy="475488"/>
          </a:xfrm>
          <a:prstGeom prst="rect">
            <a:avLst/>
          </a:prstGeom>
          <a:solidFill>
            <a:srgbClr val="FED7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150608" y="1362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80960" y="1362456"/>
            <a:ext cx="475488" cy="475488"/>
          </a:xfrm>
          <a:prstGeom prst="rect">
            <a:avLst/>
          </a:prstGeom>
          <a:solidFill>
            <a:srgbClr val="FED7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7680960" y="1362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9904" y="1892808"/>
            <a:ext cx="475488" cy="4754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089904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0256" y="1892808"/>
            <a:ext cx="475488" cy="475488"/>
          </a:xfrm>
          <a:prstGeom prst="rect">
            <a:avLst/>
          </a:prstGeom>
          <a:solidFill>
            <a:srgbClr val="FCA5A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620256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50608" y="1892808"/>
            <a:ext cx="475488" cy="475488"/>
          </a:xfrm>
          <a:prstGeom prst="rect">
            <a:avLst/>
          </a:prstGeom>
          <a:solidFill>
            <a:srgbClr val="86EFA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150608" y="1892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680960" y="1892808"/>
            <a:ext cx="475488" cy="475488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089904" y="2423160"/>
            <a:ext cx="475488" cy="475488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620256" y="2423160"/>
            <a:ext cx="475488" cy="4754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620256" y="2423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150608" y="2423160"/>
            <a:ext cx="475488" cy="4754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7150608" y="2423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2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80960" y="2423160"/>
            <a:ext cx="475488" cy="475488"/>
          </a:xfrm>
          <a:prstGeom prst="rect">
            <a:avLst/>
          </a:prstGeom>
          <a:solidFill>
            <a:srgbClr val="FCA5A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7680960" y="2423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du projet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1965960" cy="3200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3258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965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mémoire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75488" y="246888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 ·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calloc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free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14600" y="1051560"/>
            <a:ext cx="1965960" cy="3200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32588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965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en C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2624328" y="246888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Structures, pointeurs, fichiers multiples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63440" y="1051560"/>
            <a:ext cx="1965960" cy="3200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132588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800600" y="1965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Implémenter le 2048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773168" y="246888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complète : fusions, victoire,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défaite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score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12280" y="1051560"/>
            <a:ext cx="1965960" cy="3200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32588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949440" y="1965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 &amp; gestion d'erreurs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922008" y="246888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malloc, errno, EXIT_FAILURE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Fonctionnement du jeu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15568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332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05840" y="1307592"/>
            <a:ext cx="4251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 Z Q S D pour haut / gauche / bas / droite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" y="1728216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83664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1801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05840" y="2075688"/>
            <a:ext cx="4251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tuiles identiques → leur double (ex. 2+2=4)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65760" y="2496312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65176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05840" y="25694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 tuile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005840" y="2843784"/>
            <a:ext cx="4251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'2' apparaît dans une case vide après chaque coup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65760" y="3264408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419856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0584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Victoire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05840" y="3611880"/>
            <a:ext cx="4251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Atteindre la case 2048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365760" y="4032504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87952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05840" y="41056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Défaite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1005840" y="4379976"/>
            <a:ext cx="4251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mouvement possible (grille bloquée)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5852160" y="822960"/>
            <a:ext cx="2368296" cy="2368296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17"/>
          <p:cNvSpPr/>
          <p:nvPr/>
        </p:nvSpPr>
        <p:spPr>
          <a:xfrm>
            <a:off x="5916168" y="886968"/>
            <a:ext cx="512064" cy="51206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18"/>
          <p:cNvSpPr/>
          <p:nvPr/>
        </p:nvSpPr>
        <p:spPr>
          <a:xfrm>
            <a:off x="6492240" y="886968"/>
            <a:ext cx="512064" cy="51206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19"/>
          <p:cNvSpPr/>
          <p:nvPr/>
        </p:nvSpPr>
        <p:spPr>
          <a:xfrm>
            <a:off x="7068312" y="886968"/>
            <a:ext cx="512064" cy="51206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0"/>
          <p:cNvSpPr/>
          <p:nvPr/>
        </p:nvSpPr>
        <p:spPr>
          <a:xfrm>
            <a:off x="7068312" y="886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7644384" y="886968"/>
            <a:ext cx="512064" cy="512064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2"/>
          <p:cNvSpPr/>
          <p:nvPr/>
        </p:nvSpPr>
        <p:spPr>
          <a:xfrm>
            <a:off x="7644384" y="886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916168" y="1463040"/>
            <a:ext cx="512064" cy="51206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Shape 24"/>
          <p:cNvSpPr/>
          <p:nvPr/>
        </p:nvSpPr>
        <p:spPr>
          <a:xfrm>
            <a:off x="6492240" y="1463040"/>
            <a:ext cx="512064" cy="512064"/>
          </a:xfrm>
          <a:prstGeom prst="rect">
            <a:avLst/>
          </a:prstGeom>
          <a:solidFill>
            <a:srgbClr val="FED7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25"/>
          <p:cNvSpPr/>
          <p:nvPr/>
        </p:nvSpPr>
        <p:spPr>
          <a:xfrm>
            <a:off x="6492240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7068312" y="146304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27"/>
          <p:cNvSpPr/>
          <p:nvPr/>
        </p:nvSpPr>
        <p:spPr>
          <a:xfrm>
            <a:off x="7068312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16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7644384" y="1463040"/>
            <a:ext cx="512064" cy="512064"/>
          </a:xfrm>
          <a:prstGeom prst="rect">
            <a:avLst/>
          </a:prstGeom>
          <a:solidFill>
            <a:srgbClr val="FED7A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29"/>
          <p:cNvSpPr/>
          <p:nvPr/>
        </p:nvSpPr>
        <p:spPr>
          <a:xfrm>
            <a:off x="7644384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5916168" y="2039112"/>
            <a:ext cx="512064" cy="512064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1"/>
          <p:cNvSpPr/>
          <p:nvPr/>
        </p:nvSpPr>
        <p:spPr>
          <a:xfrm>
            <a:off x="5916168" y="20391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Shape 32"/>
          <p:cNvSpPr/>
          <p:nvPr/>
        </p:nvSpPr>
        <p:spPr>
          <a:xfrm>
            <a:off x="6492240" y="2039112"/>
            <a:ext cx="512064" cy="512064"/>
          </a:xfrm>
          <a:prstGeom prst="rect">
            <a:avLst/>
          </a:prstGeom>
          <a:solidFill>
            <a:srgbClr val="86EFA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3"/>
          <p:cNvSpPr/>
          <p:nvPr/>
        </p:nvSpPr>
        <p:spPr>
          <a:xfrm>
            <a:off x="6492240" y="20391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32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7068312" y="2039112"/>
            <a:ext cx="512064" cy="512064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5"/>
          <p:cNvSpPr/>
          <p:nvPr/>
        </p:nvSpPr>
        <p:spPr>
          <a:xfrm>
            <a:off x="7068312" y="20391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64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7644384" y="2039112"/>
            <a:ext cx="512064" cy="512064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7"/>
          <p:cNvSpPr/>
          <p:nvPr/>
        </p:nvSpPr>
        <p:spPr>
          <a:xfrm>
            <a:off x="7644384" y="20391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5916168" y="2615184"/>
            <a:ext cx="512064" cy="512064"/>
          </a:xfrm>
          <a:prstGeom prst="rect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Shape 39"/>
          <p:cNvSpPr/>
          <p:nvPr/>
        </p:nvSpPr>
        <p:spPr>
          <a:xfrm>
            <a:off x="6492240" y="2615184"/>
            <a:ext cx="512064" cy="512064"/>
          </a:xfrm>
          <a:prstGeom prst="rect">
            <a:avLst/>
          </a:prstGeom>
          <a:solidFill>
            <a:srgbClr val="FEF0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0"/>
          <p:cNvSpPr/>
          <p:nvPr/>
        </p:nvSpPr>
        <p:spPr>
          <a:xfrm>
            <a:off x="6492240" y="2615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</a:rPr>
              <a:t>4</a:t>
            </a:r>
            <a:endParaRPr lang="en-US" sz="1300" dirty="0"/>
          </a:p>
        </p:txBody>
      </p:sp>
      <p:sp>
        <p:nvSpPr>
          <p:cNvPr id="48" name="Shape 41"/>
          <p:cNvSpPr/>
          <p:nvPr/>
        </p:nvSpPr>
        <p:spPr>
          <a:xfrm>
            <a:off x="7068312" y="2615184"/>
            <a:ext cx="512064" cy="512064"/>
          </a:xfrm>
          <a:prstGeom prst="rect">
            <a:avLst/>
          </a:prstGeom>
          <a:solidFill>
            <a:srgbClr val="C4B5F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Text 42"/>
          <p:cNvSpPr/>
          <p:nvPr/>
        </p:nvSpPr>
        <p:spPr>
          <a:xfrm>
            <a:off x="7068312" y="2615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128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7644384" y="2615184"/>
            <a:ext cx="512064" cy="512064"/>
          </a:xfrm>
          <a:prstGeom prst="rect">
            <a:avLst/>
          </a:prstGeom>
          <a:solidFill>
            <a:srgbClr val="86EFA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4"/>
          <p:cNvSpPr/>
          <p:nvPr/>
        </p:nvSpPr>
        <p:spPr>
          <a:xfrm>
            <a:off x="7644384" y="2615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32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>
            <a:extLst>
              <a:ext uri="{FF2B5EF4-FFF2-40B4-BE49-F238E27FC236}">
                <a16:creationId xmlns:a16="http://schemas.microsoft.com/office/drawing/2014/main" id="{A072A2B4-5E70-6661-FD63-E3081B5B8384}"/>
              </a:ext>
            </a:extLst>
          </p:cNvPr>
          <p:cNvSpPr/>
          <p:nvPr/>
        </p:nvSpPr>
        <p:spPr>
          <a:xfrm>
            <a:off x="457199" y="228600"/>
            <a:ext cx="5847907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 et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fonctions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additionnelles</a:t>
            </a:r>
            <a:endParaRPr lang="en-US" sz="2800" dirty="0"/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B046D8E5-AB47-1129-44B4-D1AFF7B9884E}"/>
              </a:ext>
            </a:extLst>
          </p:cNvPr>
          <p:cNvSpPr/>
          <p:nvPr/>
        </p:nvSpPr>
        <p:spPr>
          <a:xfrm>
            <a:off x="365760" y="1029232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6AC694AE-AB22-4CE2-FFB4-4FC28DF3D33A}"/>
              </a:ext>
            </a:extLst>
          </p:cNvPr>
          <p:cNvSpPr/>
          <p:nvPr/>
        </p:nvSpPr>
        <p:spPr>
          <a:xfrm>
            <a:off x="365760" y="1982494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F1A8763C-411E-47CE-DBA2-7C2620916396}"/>
              </a:ext>
            </a:extLst>
          </p:cNvPr>
          <p:cNvSpPr/>
          <p:nvPr/>
        </p:nvSpPr>
        <p:spPr>
          <a:xfrm>
            <a:off x="365760" y="2935756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1">
            <a:extLst>
              <a:ext uri="{FF2B5EF4-FFF2-40B4-BE49-F238E27FC236}">
                <a16:creationId xmlns:a16="http://schemas.microsoft.com/office/drawing/2014/main" id="{85D7216D-FC9E-C657-2AA6-02322496DCBB}"/>
              </a:ext>
            </a:extLst>
          </p:cNvPr>
          <p:cNvSpPr/>
          <p:nvPr/>
        </p:nvSpPr>
        <p:spPr>
          <a:xfrm>
            <a:off x="365760" y="3889018"/>
            <a:ext cx="5029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0" descr="preencoded.png">
            <a:extLst>
              <a:ext uri="{FF2B5EF4-FFF2-40B4-BE49-F238E27FC236}">
                <a16:creationId xmlns:a16="http://schemas.microsoft.com/office/drawing/2014/main" id="{839173F6-990B-4125-46BC-7C105C028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93824"/>
            <a:ext cx="329184" cy="329184"/>
          </a:xfrm>
          <a:prstGeom prst="rect">
            <a:avLst/>
          </a:prstGeom>
        </p:spPr>
      </p:pic>
      <p:sp>
        <p:nvSpPr>
          <p:cNvPr id="41" name="Text 2">
            <a:extLst>
              <a:ext uri="{FF2B5EF4-FFF2-40B4-BE49-F238E27FC236}">
                <a16:creationId xmlns:a16="http://schemas.microsoft.com/office/drawing/2014/main" id="{3D9727A6-621F-1359-F2B3-6FA94848D3E8}"/>
              </a:ext>
            </a:extLst>
          </p:cNvPr>
          <p:cNvSpPr/>
          <p:nvPr/>
        </p:nvSpPr>
        <p:spPr>
          <a:xfrm>
            <a:off x="1024127" y="1221256"/>
            <a:ext cx="285845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inputs clavier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temps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90CCCE56-9E39-8267-50B2-B6F6554355B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65760" y="1982494"/>
            <a:ext cx="658368" cy="658368"/>
          </a:xfrm>
          <a:prstGeom prst="rect">
            <a:avLst/>
          </a:prstGeom>
          <a:noFill/>
        </p:spPr>
      </p:pic>
      <p:sp>
        <p:nvSpPr>
          <p:cNvPr id="45" name="Text 2">
            <a:extLst>
              <a:ext uri="{FF2B5EF4-FFF2-40B4-BE49-F238E27FC236}">
                <a16:creationId xmlns:a16="http://schemas.microsoft.com/office/drawing/2014/main" id="{7B9491C1-C6D5-DF45-C3A2-060C2BF961FE}"/>
              </a:ext>
            </a:extLst>
          </p:cNvPr>
          <p:cNvSpPr/>
          <p:nvPr/>
        </p:nvSpPr>
        <p:spPr>
          <a:xfrm>
            <a:off x="1024128" y="2174518"/>
            <a:ext cx="338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Possibilité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rejouer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47" name="Image 2" descr="preencoded.png">
            <a:extLst>
              <a:ext uri="{FF2B5EF4-FFF2-40B4-BE49-F238E27FC236}">
                <a16:creationId xmlns:a16="http://schemas.microsoft.com/office/drawing/2014/main" id="{56E751BC-CC65-3687-D0FA-16EC7AFD5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" y="3013480"/>
            <a:ext cx="502920" cy="502920"/>
          </a:xfrm>
          <a:prstGeom prst="rect">
            <a:avLst/>
          </a:prstGeom>
        </p:spPr>
      </p:pic>
      <p:sp>
        <p:nvSpPr>
          <p:cNvPr id="49" name="Text 2">
            <a:extLst>
              <a:ext uri="{FF2B5EF4-FFF2-40B4-BE49-F238E27FC236}">
                <a16:creationId xmlns:a16="http://schemas.microsoft.com/office/drawing/2014/main" id="{185248EC-6E59-6C86-B240-819B0AEF69A8}"/>
              </a:ext>
            </a:extLst>
          </p:cNvPr>
          <p:cNvSpPr/>
          <p:nvPr/>
        </p:nvSpPr>
        <p:spPr>
          <a:xfrm>
            <a:off x="1024128" y="3127780"/>
            <a:ext cx="338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variable (Choix entre du 3x3, 4x4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5x5)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C102A3ED-ED14-A0EC-F57F-768DB5D157B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V="1">
            <a:off x="457199" y="3949676"/>
            <a:ext cx="373781" cy="506464"/>
          </a:xfrm>
          <a:prstGeom prst="rect">
            <a:avLst/>
          </a:prstGeom>
          <a:noFill/>
        </p:spPr>
      </p:pic>
      <p:sp>
        <p:nvSpPr>
          <p:cNvPr id="55" name="Text 2">
            <a:extLst>
              <a:ext uri="{FF2B5EF4-FFF2-40B4-BE49-F238E27FC236}">
                <a16:creationId xmlns:a16="http://schemas.microsoft.com/office/drawing/2014/main" id="{5CDEAF6A-20F0-870A-1F71-5F6307495538}"/>
              </a:ext>
            </a:extLst>
          </p:cNvPr>
          <p:cNvSpPr/>
          <p:nvPr/>
        </p:nvSpPr>
        <p:spPr>
          <a:xfrm>
            <a:off x="1024128" y="4065748"/>
            <a:ext cx="3388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score (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7" name="Image 56">
            <a:extLst>
              <a:ext uri="{FF2B5EF4-FFF2-40B4-BE49-F238E27FC236}">
                <a16:creationId xmlns:a16="http://schemas.microsoft.com/office/drawing/2014/main" id="{A06834E2-1A08-D6EC-38D3-EC46EE30B1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5200" y="1647128"/>
            <a:ext cx="2858454" cy="18492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&amp; solutions</a:t>
            </a:r>
            <a:endParaRPr lang="en-US" sz="2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987552"/>
            <a:ext cx="8412480" cy="804672"/>
          </a:xfrm>
          <a:prstGeom prst="rect">
            <a:avLst/>
          </a:prstGeom>
          <a:solidFill>
            <a:schemeClr val="accent5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52144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86968" y="1152144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de "saut" des tuiles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52144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56048" y="106070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 en 3 étapes : tasser → fusionner → retasser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365760" y="1920240"/>
            <a:ext cx="8412480" cy="804672"/>
          </a:xfrm>
          <a:prstGeom prst="rect">
            <a:avLst/>
          </a:prstGeom>
          <a:solidFill>
            <a:schemeClr val="accent5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0848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86968" y="2100781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 haut/bas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84832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956048" y="199339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Transposer la logique ligne → colonne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365760" y="2852928"/>
            <a:ext cx="8412480" cy="804672"/>
          </a:xfrm>
          <a:prstGeom prst="rect">
            <a:avLst/>
          </a:prstGeom>
          <a:solidFill>
            <a:schemeClr val="accent5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017520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86968" y="301752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multi-taille</a:t>
            </a:r>
            <a:endParaRPr lang="en-US" sz="12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017520"/>
            <a:ext cx="292608" cy="29260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4956048" y="29260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Stocker TAILLE dans save.txt, recréer la grille avant chargement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365760" y="3785616"/>
            <a:ext cx="8412480" cy="804672"/>
          </a:xfrm>
          <a:prstGeom prst="rect">
            <a:avLst/>
          </a:prstGeom>
          <a:solidFill>
            <a:schemeClr val="accent5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50208"/>
            <a:ext cx="292608" cy="29260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86968" y="395020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du code</a:t>
            </a:r>
            <a:endParaRPr lang="en-US" sz="120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50208"/>
            <a:ext cx="292608" cy="292608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4956048" y="385876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en 5 fichiers .c + prototypes dans main.c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32781-9CC7-A4F0-61A6-07B693DEA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>
            <a:extLst>
              <a:ext uri="{FF2B5EF4-FFF2-40B4-BE49-F238E27FC236}">
                <a16:creationId xmlns:a16="http://schemas.microsoft.com/office/drawing/2014/main" id="{4BD28DE6-2AAB-3FC1-5C6C-8913989AE22F}"/>
              </a:ext>
            </a:extLst>
          </p:cNvPr>
          <p:cNvSpPr/>
          <p:nvPr/>
        </p:nvSpPr>
        <p:spPr>
          <a:xfrm>
            <a:off x="457199" y="228600"/>
            <a:ext cx="5847907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partie de code préférée</a:t>
            </a:r>
            <a:endParaRPr lang="en-US" sz="28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49BAAAE-B0A2-CA87-45C4-CF16C6597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67" y="988846"/>
            <a:ext cx="4244708" cy="366553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68803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3291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51760" cy="34747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444752"/>
            <a:ext cx="235915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Multi-fichiers en C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d'erreurs (errno)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Débogage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291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51760" cy="34747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final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64992" y="1444752"/>
            <a:ext cx="235915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2048 fonctionnel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3×3 / 4×4 / 5×5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/ chargement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coloré en console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51760" cy="32918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51760" cy="34747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126480" y="1005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Améliorations possibles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99632" y="1444752"/>
            <a:ext cx="235915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Animations de fusion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0" y="4729734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</Words>
  <Application>Microsoft Office PowerPoint</Application>
  <PresentationFormat>Affichage à l'écran (16:9)</PresentationFormat>
  <Paragraphs>85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2048 en C – Ynov</dc:title>
  <dc:subject>PptxGenJS Presentation</dc:subject>
  <dc:creator>Hugo</dc:creator>
  <cp:lastModifiedBy>Hugo Schmaltz</cp:lastModifiedBy>
  <cp:revision>2</cp:revision>
  <dcterms:created xsi:type="dcterms:W3CDTF">2026-06-12T09:27:05Z</dcterms:created>
  <dcterms:modified xsi:type="dcterms:W3CDTF">2026-06-13T07:20:49Z</dcterms:modified>
</cp:coreProperties>
</file>