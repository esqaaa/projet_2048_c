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3B"/>
    <a:srgbClr val="A7C7FB"/>
    <a:srgbClr val="0F1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747" autoAdjust="0"/>
  </p:normalViewPr>
  <p:slideViewPr>
    <p:cSldViewPr snapToGrid="0" snapToObjects="1">
      <p:cViewPr>
        <p:scale>
          <a:sx n="136" d="100"/>
          <a:sy n="136" d="100"/>
        </p:scale>
        <p:origin x="1210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356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Bonjour, je vais vous présenter mon projet fil rouge :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implémentation du jeu 2048 en langage C, développée dans le cadre du module langages compilés.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L'objectif principal était de mettre en pratique la gestion mémoire en C avec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malloc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calloc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free,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tout en implémentant la logique complète du jeu et en structurant le code proprement sur plusieurs fichiers.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jeu se joue avec les touches Z Q S D.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À chaque coup, les tuiles se déplacent, les identiques fusionnent et doublent leur valeur.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2 apparaît ensuite dans une case vide.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gagne en atteignant 2048, on perd quand plus aucun mouvement n'est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plus du jeu de base, j'ai ajouté la possibilité de choisir la taille de la grille,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système de sauvegarde et chargement, et un affichage coloré en console avec les codes ANSI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enfin un score qui s’affiche et se calcule automatiquement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principale difficulté était l'algorithme de déplacement.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 départ les tuiles sautaient par-dessus d'autres. J'ai résolu ça en découpant chaque mouvement en 3 étapes : tasser, fusionner, puis retasser.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sauvegarde multi-taille a aussi été délicate car il fallait recréer la grille à la bonne taille avant de charger les données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7CD90-BF3A-F763-083E-F9F6E60A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E46C95-EB7C-539A-29E7-F3F6EA441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297D9-B704-2B00-93E0-31F46FC8B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 partie de code préférée c'est 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ajouter_tuile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que j'aime c'est l'approche algorithmique : plutôt que de chercher une case vide au hasard en boucle, je recense d'abord toutes les cases vides, puis je tire une seule fois au sort parmi elles.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plus propre et ça évite de boucler longtemps si la grille est presque pleine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A1241-9450-2563-E91A-E2667216BC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558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conclure, ce projet m'a permis de vraiment comprendre la gestion mémoire en C et de voir concrètement pourquoi il faut libérer ce qu'on alloue.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j'avais eu plus de temps, j'aurais aimé ajouter une interface graphique ou une IA. 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Merci pour votre attention !</a:t>
            </a: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 DE LA PRESENTATION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 2048 en 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fil rouge — Langages compilés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1938" y="325834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SCHMALTZ  ·  </a:t>
            </a:r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Ynov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Campus Strasbourg ·  Juin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55458" y="1545336"/>
            <a:ext cx="2176272" cy="2176272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710322" y="1600200"/>
            <a:ext cx="475488" cy="47548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240674" y="1600200"/>
            <a:ext cx="475488" cy="47548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6771026" y="1600200"/>
            <a:ext cx="475488" cy="4754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771026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01378" y="1600200"/>
            <a:ext cx="475488" cy="475488"/>
          </a:xfrm>
          <a:prstGeom prst="rect">
            <a:avLst/>
          </a:prstGeom>
          <a:solidFill>
            <a:srgbClr val="FEF0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01378" y="1600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0322" y="2130552"/>
            <a:ext cx="475488" cy="47548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240674" y="2130552"/>
            <a:ext cx="475488" cy="475488"/>
          </a:xfrm>
          <a:prstGeom prst="rect">
            <a:avLst/>
          </a:prstGeom>
          <a:solidFill>
            <a:srgbClr val="FEF0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240674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71026" y="2130552"/>
            <a:ext cx="475488" cy="475488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771026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01378" y="2130552"/>
            <a:ext cx="475488" cy="475488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01378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10322" y="2660904"/>
            <a:ext cx="475488" cy="4754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710322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0674" y="2660904"/>
            <a:ext cx="475488" cy="475488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240674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71026" y="2660904"/>
            <a:ext cx="475488" cy="475488"/>
          </a:xfrm>
          <a:prstGeom prst="rect">
            <a:avLst/>
          </a:prstGeom>
          <a:solidFill>
            <a:srgbClr val="86EFA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771026" y="2660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01378" y="2660904"/>
            <a:ext cx="475488" cy="47548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710322" y="3191256"/>
            <a:ext cx="475488" cy="47548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240674" y="3191256"/>
            <a:ext cx="475488" cy="4754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40674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71026" y="3191256"/>
            <a:ext cx="475488" cy="4754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771026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01378" y="3191256"/>
            <a:ext cx="475488" cy="475488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7301378" y="3191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65960" cy="3200400"/>
          </a:xfrm>
          <a:prstGeom prst="rect">
            <a:avLst/>
          </a:prstGeom>
          <a:solidFill>
            <a:srgbClr val="A7C7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3258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mémoire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75488" y="246888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 ·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calloc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free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1965960" cy="3200400"/>
          </a:xfrm>
          <a:prstGeom prst="rect">
            <a:avLst/>
          </a:prstGeom>
          <a:solidFill>
            <a:srgbClr val="A7C7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176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Programmation en 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2624328" y="246888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Structures, pointeurs, fichiers multiples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663440" y="1051560"/>
            <a:ext cx="1965960" cy="3200400"/>
          </a:xfrm>
          <a:prstGeom prst="rect">
            <a:avLst/>
          </a:prstGeom>
          <a:solidFill>
            <a:srgbClr val="A7C7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3258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0060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le 2048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773168" y="246888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complète : fusions, victoire,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défaite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score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812280" y="1051560"/>
            <a:ext cx="1965960" cy="3200400"/>
          </a:xfrm>
          <a:prstGeom prst="rect">
            <a:avLst/>
          </a:prstGeom>
          <a:solidFill>
            <a:srgbClr val="A7C7FB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325880"/>
            <a:ext cx="502920" cy="502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9440" y="19659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&amp; gestion d'erreurs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922008" y="2468880"/>
            <a:ext cx="17465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malloc, errno, EXIT_FAILURE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6070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du jeu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155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332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" y="1307592"/>
            <a:ext cx="4251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Z Q S D pour haut / gauche / bas / droite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728216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83664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05840" y="2075688"/>
            <a:ext cx="4251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tuiles identiques → leur double (ex. 2+2=4)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496312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5176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569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tuile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05840" y="2843784"/>
            <a:ext cx="4251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'2' apparaît dans une case vide après chaque coup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65760" y="3264408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1985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Victoire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05840" y="3611880"/>
            <a:ext cx="4251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la case 2048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65760" y="4032504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18795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05840" y="4105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Défaite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05840" y="4379976"/>
            <a:ext cx="4251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mouvement possible (grille bloquée)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035040" y="1554480"/>
            <a:ext cx="2368296" cy="2368296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6099048" y="1618488"/>
            <a:ext cx="512064" cy="5120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6675120" y="1618488"/>
            <a:ext cx="512064" cy="5120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7251192" y="1618488"/>
            <a:ext cx="512064" cy="51206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/>
          <p:nvPr/>
        </p:nvSpPr>
        <p:spPr>
          <a:xfrm>
            <a:off x="7251192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2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827264" y="1618488"/>
            <a:ext cx="512064" cy="512064"/>
          </a:xfrm>
          <a:prstGeom prst="rect">
            <a:avLst/>
          </a:prstGeom>
          <a:solidFill>
            <a:srgbClr val="FEF0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2"/>
          <p:cNvSpPr/>
          <p:nvPr/>
        </p:nvSpPr>
        <p:spPr>
          <a:xfrm>
            <a:off x="7827264" y="1618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6099048" y="2194560"/>
            <a:ext cx="512064" cy="5120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6675120" y="2194560"/>
            <a:ext cx="512064" cy="512064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5"/>
          <p:cNvSpPr/>
          <p:nvPr/>
        </p:nvSpPr>
        <p:spPr>
          <a:xfrm>
            <a:off x="6675120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7251192" y="2194560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7"/>
          <p:cNvSpPr/>
          <p:nvPr/>
        </p:nvSpPr>
        <p:spPr>
          <a:xfrm>
            <a:off x="7251192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7827264" y="2194560"/>
            <a:ext cx="512064" cy="512064"/>
          </a:xfrm>
          <a:prstGeom prst="rect">
            <a:avLst/>
          </a:prstGeom>
          <a:solidFill>
            <a:srgbClr val="FED7A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29"/>
          <p:cNvSpPr/>
          <p:nvPr/>
        </p:nvSpPr>
        <p:spPr>
          <a:xfrm>
            <a:off x="782726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099048" y="2770632"/>
            <a:ext cx="512064" cy="512064"/>
          </a:xfrm>
          <a:prstGeom prst="rect">
            <a:avLst/>
          </a:prstGeom>
          <a:solidFill>
            <a:srgbClr val="FEF0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1"/>
          <p:cNvSpPr/>
          <p:nvPr/>
        </p:nvSpPr>
        <p:spPr>
          <a:xfrm>
            <a:off x="6099048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4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6675120" y="2770632"/>
            <a:ext cx="512064" cy="512064"/>
          </a:xfrm>
          <a:prstGeom prst="rect">
            <a:avLst/>
          </a:prstGeom>
          <a:solidFill>
            <a:srgbClr val="86EFA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3"/>
          <p:cNvSpPr/>
          <p:nvPr/>
        </p:nvSpPr>
        <p:spPr>
          <a:xfrm>
            <a:off x="6675120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32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7251192" y="2770632"/>
            <a:ext cx="512064" cy="512064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5"/>
          <p:cNvSpPr/>
          <p:nvPr/>
        </p:nvSpPr>
        <p:spPr>
          <a:xfrm>
            <a:off x="7251192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64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7827264" y="2770632"/>
            <a:ext cx="512064" cy="512064"/>
          </a:xfrm>
          <a:prstGeom prst="rect">
            <a:avLst/>
          </a:prstGeom>
          <a:solidFill>
            <a:srgbClr val="FEF0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37"/>
          <p:cNvSpPr/>
          <p:nvPr/>
        </p:nvSpPr>
        <p:spPr>
          <a:xfrm>
            <a:off x="7827264" y="2770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4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6099048" y="3346704"/>
            <a:ext cx="512064" cy="51206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39"/>
          <p:cNvSpPr/>
          <p:nvPr/>
        </p:nvSpPr>
        <p:spPr>
          <a:xfrm>
            <a:off x="6675120" y="3346704"/>
            <a:ext cx="512064" cy="512064"/>
          </a:xfrm>
          <a:prstGeom prst="rect">
            <a:avLst/>
          </a:prstGeom>
          <a:solidFill>
            <a:srgbClr val="FEF08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40"/>
          <p:cNvSpPr/>
          <p:nvPr/>
        </p:nvSpPr>
        <p:spPr>
          <a:xfrm>
            <a:off x="6675120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</a:rPr>
              <a:t>4</a:t>
            </a:r>
            <a:endParaRPr lang="en-US" sz="1300" dirty="0"/>
          </a:p>
        </p:txBody>
      </p:sp>
      <p:sp>
        <p:nvSpPr>
          <p:cNvPr id="48" name="Shape 41"/>
          <p:cNvSpPr/>
          <p:nvPr/>
        </p:nvSpPr>
        <p:spPr>
          <a:xfrm>
            <a:off x="7251192" y="3346704"/>
            <a:ext cx="512064" cy="512064"/>
          </a:xfrm>
          <a:prstGeom prst="rect">
            <a:avLst/>
          </a:prstGeom>
          <a:solidFill>
            <a:srgbClr val="C4B5F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2"/>
          <p:cNvSpPr/>
          <p:nvPr/>
        </p:nvSpPr>
        <p:spPr>
          <a:xfrm>
            <a:off x="7251192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128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7827264" y="3346704"/>
            <a:ext cx="512064" cy="512064"/>
          </a:xfrm>
          <a:prstGeom prst="rect">
            <a:avLst/>
          </a:prstGeom>
          <a:solidFill>
            <a:srgbClr val="86EFA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44"/>
          <p:cNvSpPr/>
          <p:nvPr/>
        </p:nvSpPr>
        <p:spPr>
          <a:xfrm>
            <a:off x="7827264" y="33467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A072A2B4-5E70-6661-FD63-E3081B5B8384}"/>
              </a:ext>
            </a:extLst>
          </p:cNvPr>
          <p:cNvSpPr/>
          <p:nvPr/>
        </p:nvSpPr>
        <p:spPr>
          <a:xfrm>
            <a:off x="457199" y="228600"/>
            <a:ext cx="814645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et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additionnelles</a:t>
            </a:r>
            <a:endParaRPr lang="en-US" sz="28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B046D8E5-AB47-1129-44B4-D1AFF7B9884E}"/>
              </a:ext>
            </a:extLst>
          </p:cNvPr>
          <p:cNvSpPr/>
          <p:nvPr/>
        </p:nvSpPr>
        <p:spPr>
          <a:xfrm>
            <a:off x="365760" y="1029232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6AC694AE-AB22-4CE2-FFB4-4FC28DF3D33A}"/>
              </a:ext>
            </a:extLst>
          </p:cNvPr>
          <p:cNvSpPr/>
          <p:nvPr/>
        </p:nvSpPr>
        <p:spPr>
          <a:xfrm>
            <a:off x="365760" y="1982494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F1A8763C-411E-47CE-DBA2-7C2620916396}"/>
              </a:ext>
            </a:extLst>
          </p:cNvPr>
          <p:cNvSpPr/>
          <p:nvPr/>
        </p:nvSpPr>
        <p:spPr>
          <a:xfrm>
            <a:off x="365760" y="2935756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Shape 1">
            <a:extLst>
              <a:ext uri="{FF2B5EF4-FFF2-40B4-BE49-F238E27FC236}">
                <a16:creationId xmlns:a16="http://schemas.microsoft.com/office/drawing/2014/main" id="{85D7216D-FC9E-C657-2AA6-02322496DCBB}"/>
              </a:ext>
            </a:extLst>
          </p:cNvPr>
          <p:cNvSpPr/>
          <p:nvPr/>
        </p:nvSpPr>
        <p:spPr>
          <a:xfrm>
            <a:off x="365760" y="3889018"/>
            <a:ext cx="5029200" cy="65836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9" name="Image 0" descr="preencoded.png">
            <a:extLst>
              <a:ext uri="{FF2B5EF4-FFF2-40B4-BE49-F238E27FC236}">
                <a16:creationId xmlns:a16="http://schemas.microsoft.com/office/drawing/2014/main" id="{839173F6-990B-4125-46BC-7C105C028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93824"/>
            <a:ext cx="329184" cy="329184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90CCCE56-9E39-8267-50B2-B6F6554355B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5760" y="1982494"/>
            <a:ext cx="658368" cy="658368"/>
          </a:xfrm>
          <a:prstGeom prst="rect">
            <a:avLst/>
          </a:prstGeom>
          <a:noFill/>
        </p:spPr>
      </p:pic>
      <p:pic>
        <p:nvPicPr>
          <p:cNvPr id="47" name="Image 2" descr="preencoded.png">
            <a:extLst>
              <a:ext uri="{FF2B5EF4-FFF2-40B4-BE49-F238E27FC236}">
                <a16:creationId xmlns:a16="http://schemas.microsoft.com/office/drawing/2014/main" id="{56E751BC-CC65-3687-D0FA-16EC7AFD53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" y="3013480"/>
            <a:ext cx="502920" cy="502920"/>
          </a:xfrm>
          <a:prstGeom prst="rect">
            <a:avLst/>
          </a:prstGeom>
        </p:spPr>
      </p:pic>
      <p:pic>
        <p:nvPicPr>
          <p:cNvPr id="53" name="Image 52">
            <a:extLst>
              <a:ext uri="{FF2B5EF4-FFF2-40B4-BE49-F238E27FC236}">
                <a16:creationId xmlns:a16="http://schemas.microsoft.com/office/drawing/2014/main" id="{C102A3ED-ED14-A0EC-F57F-768DB5D157BE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V="1">
            <a:off x="457199" y="3949676"/>
            <a:ext cx="373781" cy="506464"/>
          </a:xfrm>
          <a:prstGeom prst="rect">
            <a:avLst/>
          </a:prstGeom>
          <a:noFill/>
        </p:spPr>
      </p:pic>
      <p:pic>
        <p:nvPicPr>
          <p:cNvPr id="57" name="Image 56">
            <a:extLst>
              <a:ext uri="{FF2B5EF4-FFF2-40B4-BE49-F238E27FC236}">
                <a16:creationId xmlns:a16="http://schemas.microsoft.com/office/drawing/2014/main" id="{A06834E2-1A08-D6EC-38D3-EC46EE30B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5200" y="1647128"/>
            <a:ext cx="2858454" cy="184924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844D1BB-761E-E45B-11A9-B7DF68933AA2}"/>
              </a:ext>
            </a:extLst>
          </p:cNvPr>
          <p:cNvSpPr txBox="1"/>
          <p:nvPr/>
        </p:nvSpPr>
        <p:spPr>
          <a:xfrm>
            <a:off x="960120" y="1219916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inputs clavier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temps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64878B-C3F0-666A-CE9D-C48059364A7A}"/>
              </a:ext>
            </a:extLst>
          </p:cNvPr>
          <p:cNvSpPr txBox="1"/>
          <p:nvPr/>
        </p:nvSpPr>
        <p:spPr>
          <a:xfrm>
            <a:off x="960120" y="220012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Possibilité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rejouer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fonctionnelle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7DC5DB9-6BCA-B973-4FC1-45976CCCF274}"/>
              </a:ext>
            </a:extLst>
          </p:cNvPr>
          <p:cNvSpPr txBox="1"/>
          <p:nvPr/>
        </p:nvSpPr>
        <p:spPr>
          <a:xfrm>
            <a:off x="960120" y="3155097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variable (choix entre du 3x3, 4x4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5x5)</a:t>
            </a:r>
            <a:endParaRPr lang="en-US" sz="12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53745DF-69C0-BC95-E626-4C10BBA09DA7}"/>
              </a:ext>
            </a:extLst>
          </p:cNvPr>
          <p:cNvSpPr txBox="1"/>
          <p:nvPr/>
        </p:nvSpPr>
        <p:spPr>
          <a:xfrm>
            <a:off x="960120" y="4079702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score (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&amp; solutions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115568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6968" y="12801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 "saut" des tuiles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801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56048" y="1188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en 3 étapes : tasser → fusionner → retasser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365760" y="2048256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21284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968" y="2228797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Déplacements haut/bas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12848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56048" y="21214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Transposer la logique ligne → colonne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365760" y="2980944"/>
            <a:ext cx="8412480" cy="804672"/>
          </a:xfrm>
          <a:prstGeom prst="rect">
            <a:avLst/>
          </a:prstGeom>
          <a:solidFill>
            <a:srgbClr val="1E293B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45536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86968" y="314553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multi-taille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145536"/>
            <a:ext cx="292608" cy="29260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56048" y="30540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TAILLE dans save.txt, recréer la grille avant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taille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32781-9CC7-A4F0-61A6-07B693DEA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4BD28DE6-2AAB-3FC1-5C6C-8913989AE22F}"/>
              </a:ext>
            </a:extLst>
          </p:cNvPr>
          <p:cNvSpPr/>
          <p:nvPr/>
        </p:nvSpPr>
        <p:spPr>
          <a:xfrm>
            <a:off x="1648046" y="223284"/>
            <a:ext cx="5847907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partie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code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préférée</a:t>
            </a:r>
            <a:endParaRPr lang="en-US" sz="28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3259E5-23DC-DE6F-22FA-7CF11611C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01" y="929302"/>
            <a:ext cx="6137598" cy="3990914"/>
          </a:xfrm>
          <a:prstGeom prst="rect">
            <a:avLst/>
          </a:prstGeom>
          <a:ln w="38100" cap="sq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880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34747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 appris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23591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Multi-fichiers en 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d'erreurs (errno)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Débogage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runtime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64992" y="1444752"/>
            <a:ext cx="23591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2048 fonctionnel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3×3 / 4×4 / 5×5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/ chargement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coloré en console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51760" cy="3291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12648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possibles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99632" y="1444752"/>
            <a:ext cx="2359152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de fusion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2973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</Words>
  <Application>Microsoft Office PowerPoint</Application>
  <PresentationFormat>Affichage à l'écran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2048 en C – Ynov</dc:title>
  <dc:subject>PptxGenJS Presentation</dc:subject>
  <dc:creator>Hugo</dc:creator>
  <cp:lastModifiedBy>Hugo Schmaltz</cp:lastModifiedBy>
  <cp:revision>8</cp:revision>
  <dcterms:created xsi:type="dcterms:W3CDTF">2026-06-12T09:27:05Z</dcterms:created>
  <dcterms:modified xsi:type="dcterms:W3CDTF">2026-06-15T11:02:35Z</dcterms:modified>
</cp:coreProperties>
</file>